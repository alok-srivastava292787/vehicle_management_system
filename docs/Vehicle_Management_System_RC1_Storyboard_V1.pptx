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74D07-0226-4A75-B15A-836551E70B0E}" type="datetimeFigureOut"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22119-6954-429B-8D8F-9571D1967DF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79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Vehicle Management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Fleet Maintenance &amp; Workshop Operations Platform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v1.0.0-RC1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Business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Manual Registers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Excel Tracking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Paper Approvals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Limited Traceability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Project 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Digitize Fleet Maintenance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Improve Traceability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Centralize Operations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Solution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React + Vite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FastAPI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PostgreSQL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ReportLab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System Modules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Vehicles, Drivers, Employees, Parts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End-to-End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Vehicle → Complaint → Inspection → Job Card → Requisition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Complaint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Capture and track vehicle issues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Inspection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Record findings and recommendations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Job Card Management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Technicians, repairs, parts and status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Part Requisition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Request and track spare parts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PDF Document Generation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Job Card PDF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Part Requisition PDF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Dashboard &amp; Monitoring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Operational visibility and metrics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Audit &amp; Governance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Audit trail and soft delete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Testing &amp; Quality Assurance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API, workflow and PDF validation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Project Status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RC1 Ready for Demo and UAT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Business Benefits Delivered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Visibility, governance, efficiency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Inventory Issue/Return, Notifications, Analytics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</a:rPr>
              <a:t>Thank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Vehicle Management System RC1</dc:subject>
  <dc:creator>Alok Srivastava(UST,IN)</dc:creator>
  <cp:lastModifiedBy>Alok Srivastava(UST,IN)</cp:lastModifiedBy>
  <cp:revision>2</cp:revision>
  <dcterms:created xsi:type="dcterms:W3CDTF">2026-07-24T10:47:05Z</dcterms:created>
  <dcterms:modified xsi:type="dcterms:W3CDTF">2026-07-24T10:51:56Z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2026-07-24T10:47:06Z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83eddd0d-d659-4031-a2f2-30a2b917dc71</vt:lpwstr>
  </property>
  <property fmtid="{D5CDD505-2E9C-101B-9397-08002B2CF9AE}" pid="8" name="MSIP_Label_15ffddfa-74ad-4c1f-9757-a38a11902f1c_ContentBits">
    <vt:lpwstr>0</vt:lpwstr>
  </property>
</Properties>
</file>