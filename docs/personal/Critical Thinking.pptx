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6545-A49B-5A82-C8A3-A0C08B1A1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62022B-712A-F85E-407F-2D72B6C46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18AA-B723-920F-E50B-F77A4E54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D5E6-00FF-4352-8669-85ADD7C60BA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5F750-BC5A-F324-98B7-9C38FE55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22650-7421-7D10-2895-1ABD844F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DE5A-8E86-44C5-B222-D46E33484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00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B6232-D450-BE39-416B-860071BF6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C8C47-6829-F864-EC2C-F33341442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5B689-6988-63E7-4DD1-DB101412B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D5E6-00FF-4352-8669-85ADD7C60BA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C86EA-AA22-CD64-E5B4-848C0E680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3D0F8-786E-7412-C0E8-415D929D6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DE5A-8E86-44C5-B222-D46E33484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92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C087-5E18-58E5-ED75-95BBE11DA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DCB9C-08AB-93A3-09DA-306DEB8EA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EECEE-16FF-C120-1AE3-2069E4A22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D5E6-00FF-4352-8669-85ADD7C60BA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74A41-ABF8-71B9-A9E0-CF61A7561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0A814-411C-45BD-129F-9F35CB3E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DE5A-8E86-44C5-B222-D46E33484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469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7C982-0929-08F1-F0E4-70074008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9DF2C-6234-7FDF-04CD-1A85641CD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731F7-CE8F-527B-3726-18014EF56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CB58F-BB8B-3BF3-ACB6-043F3E983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D5E6-00FF-4352-8669-85ADD7C60BA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B8DB1-997D-6CD7-E870-526408503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6AD92-B481-3FDC-8D8A-506667B9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DE5A-8E86-44C5-B222-D46E33484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4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A706-131A-9D08-5D5E-12CB26352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F5296-A176-49E4-9B29-09803244C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1662B-8B31-8586-4A3A-B41D5ADA4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137B0-D2B5-08F6-2AF9-BBE6999BE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73211-B6E3-29A7-741F-FF9868346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72A0F0-9BC5-FB6B-8D07-333C47CFC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D5E6-00FF-4352-8669-85ADD7C60BA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61CA91-8FC0-63DC-ABCA-2CA4F8C16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7BC130-3A8D-1701-2AC5-F290FDAD0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DE5A-8E86-44C5-B222-D46E33484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128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26202-CCCD-339C-F39C-E82CEC437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538B0E-237A-26E4-BB40-F1F861A9A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D5E6-00FF-4352-8669-85ADD7C60BA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62A97-1658-F802-5114-A87942862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71B75-D9EE-823E-7B48-BC0586D0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DE5A-8E86-44C5-B222-D46E33484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691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2D3030-C78B-3BEB-4A62-E908BC06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D5E6-00FF-4352-8669-85ADD7C60BA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DB15D-2E49-D9C4-AFDA-41A7B6CD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EA9BE-341B-283C-731B-840DB25F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DE5A-8E86-44C5-B222-D46E33484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031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99FF-3E19-94C7-F112-FF0FE9440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1E39-5EEB-56A2-7375-0F2A53DD5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83B7E-AB67-17E7-9E8D-95DE742BE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34870-EECD-2D6D-6E4E-C0588513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D5E6-00FF-4352-8669-85ADD7C60BA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42737-9C57-2365-F8E4-3FA836660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83587-1C54-4DEB-E832-BC365F60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DE5A-8E86-44C5-B222-D46E33484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180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93D15-5E13-7161-8361-A656C7EEF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1C3F9B-9B45-6374-8B12-E8C31184EA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5BA81-818D-23B9-DE49-DC353A20F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9BE63-D0DB-F8FA-A3FC-0C657165B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D5E6-00FF-4352-8669-85ADD7C60BA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2F75E-8BF5-2326-D146-893913A25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C4E8B-2F7D-A6AF-D36E-FB48FE13E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DE5A-8E86-44C5-B222-D46E33484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26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07D9B-F07A-8BC4-D584-C469A8A3D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0C2F8-2516-A850-497D-3EEA8A3A6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51A07-6727-7FAE-09B2-C086693D0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D5E6-00FF-4352-8669-85ADD7C60BA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EC0F9-3636-F4F1-71AA-CC5C0AC5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27974-E894-2C9F-445A-B02C0CB9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DE5A-8E86-44C5-B222-D46E33484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541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A4891F-6B52-FB73-8DCB-F43629270E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3B1320-49C8-245E-71E4-7EB24B2BC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68143-3458-50A0-A3BB-988ECF3EF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D5E6-00FF-4352-8669-85ADD7C60BA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09C92-26C5-D91F-BC4D-319C48DA3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031FC-E00F-B6CC-EAC7-27537CAA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DE5A-8E86-44C5-B222-D46E33484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554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BAD00A-FBAC-173A-7FEE-9D1015319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66485-9F4D-D2D6-4D5E-A3A2126B6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42439-2EA6-B630-38EA-A7A364A0D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FD5E6-00FF-4352-8669-85ADD7C60BA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C282E-4BD7-E6E2-D5DE-6DE0DCB32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23621-959C-06A7-DD71-C50903EF2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4DE5A-8E86-44C5-B222-D46E33484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77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CE5E8-023B-DA70-BB01-112D8A7C69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E4D3C-1CA6-580D-D1FF-ADC4B3641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211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669107-EB40-A279-D8E9-C0BE95B27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81" y="185285"/>
            <a:ext cx="11917438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43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021914-7B64-DD5C-A466-C858F0DB1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247"/>
            <a:ext cx="12192000" cy="642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975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Srivastava(UST,IN)</dc:creator>
  <cp:lastModifiedBy>Alok Srivastava(UST,IN)</cp:lastModifiedBy>
  <cp:revision>1</cp:revision>
  <dcterms:created xsi:type="dcterms:W3CDTF">2025-10-09T06:58:07Z</dcterms:created>
  <dcterms:modified xsi:type="dcterms:W3CDTF">2025-10-09T08:28:06Z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2025-10-09T08:28:06Z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f0db3d72-49b3-4a50-a346-0ec821488464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